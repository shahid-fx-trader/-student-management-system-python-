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A3D5C">
              <a:alpha val="70000"/>
            </a:srgbClr>
          </a:solidFill>
          <a:ln w="12700">
            <a:solidFill>
              <a:srgbClr val="0A3D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457200"/>
            <a:ext cx="2011680" cy="2011680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0E0EF"/>
                </a:solidFill>
              </a:rPr>
              <a:t>🎓  OOP Practice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CLI project using OOP concepts — Classes, Methods &amp; Data Management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480560"/>
            <a:ext cx="859536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Shahid Khan   |   GitHub: Shahid-fx-Trader   |   LinkedIn: linkedin.com/in/shahid-khan-trader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command-line application to manage student records, built in Python using Object-Oriented Programming principles.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874520"/>
            <a:ext cx="26060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874520"/>
            <a:ext cx="260604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0116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🐍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3090672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libraries needed)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1874520"/>
            <a:ext cx="26060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874520"/>
            <a:ext cx="260604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0116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00400" y="26517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00400" y="3090672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App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(Terminal-based)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1874520"/>
            <a:ext cx="26060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874520"/>
            <a:ext cx="260604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20116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📚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035040" y="26517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35040" y="3090672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&amp; Practice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74980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530352" cy="530352"/>
          </a:xfrm>
          <a:prstGeom prst="ellipse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789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🏗️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0698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3716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class holds all student data and behavior in one place.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901952"/>
            <a:ext cx="530352" cy="530352"/>
          </a:xfrm>
          <a:prstGeom prst="ellipse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836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(__init__)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17627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up name, marks, and roll_no when a student is created.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615184"/>
            <a:ext cx="8595360" cy="74980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06624"/>
            <a:ext cx="530352" cy="530352"/>
          </a:xfrm>
          <a:prstGeom prst="ellipse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6883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51560" y="26791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Variable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980944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all_students list is shared across all instances of the class.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511296"/>
            <a:ext cx="530352" cy="530352"/>
          </a:xfrm>
          <a:prstGeom prst="ellipse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4930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51560" y="348386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Methods (@classmethod)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378561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add_Student, update_Student, view_Students — operate on the class.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4224528"/>
            <a:ext cx="8595360" cy="74980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4315968"/>
            <a:ext cx="530352" cy="530352"/>
          </a:xfrm>
          <a:prstGeom prst="ellipse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2976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🎛️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51560" y="428853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51560" y="459028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data is wrapped inside the class — clean and organized.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of the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73152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475488" cy="47548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0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Student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name, marks, and roll number to add a new student to the system.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097280"/>
            <a:ext cx="73152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1280160"/>
            <a:ext cx="475488" cy="47548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280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Student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187452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any student by roll number and view their complete record.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017520"/>
            <a:ext cx="73152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200400"/>
            <a:ext cx="475488" cy="47548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200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88720" y="3200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Student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379476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name and marks of an existing student by their roll number.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30175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3017520"/>
            <a:ext cx="73152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0" y="3200400"/>
            <a:ext cx="475488" cy="47548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3200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0" y="3200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Menu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29200" y="379476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CLI menu loop lets users perform actions until they choose to exit.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Program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123444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2103120"/>
            <a:ext cx="123444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1945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▶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267004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Starts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591056" y="2606040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2103120"/>
            <a:ext cx="123444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783080" y="2103120"/>
            <a:ext cx="123444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83080" y="21945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83080" y="267004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Displays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54096" y="2606040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2103120"/>
            <a:ext cx="123444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2103120"/>
            <a:ext cx="123444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21945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46120" y="267004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Picks Option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17136" y="2606040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2103120"/>
            <a:ext cx="123444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103120"/>
            <a:ext cx="123444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1945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09160" y="267004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Runs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80176" y="2606040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2200" y="2103120"/>
            <a:ext cx="123444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2103120"/>
            <a:ext cx="123444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21945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172200" y="267004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Repeats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43216" y="2606040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35240" y="2103120"/>
            <a:ext cx="123444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635240" y="2103120"/>
            <a:ext cx="123444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35240" y="21945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🚪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635240" y="267004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Exits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while True loop in Menu() keeps the app running until the user selects Exit (option 4).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972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5568" y="109728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structure a program using Classes and Objects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097280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0972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04688" y="109728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@classmethod to share data across all instances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3317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331720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33172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15568" y="233172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multiple objects in a list (all_students)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3317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331720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233172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504688" y="233172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through a list with for loops and conditions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56616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566160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5661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15568" y="356616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menu loop with while True and user input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356616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566160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35661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✏️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504688" y="356616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object attributes after they are created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1188720"/>
            <a:ext cx="2743200" cy="27432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🙌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was a simple Python project to practice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and programming skills.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me: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236976"/>
            <a:ext cx="411480" cy="411480"/>
          </a:xfrm>
          <a:prstGeom prst="ellipse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18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💼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23697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 linkedin.com/in/shahid-khan-trader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831336"/>
            <a:ext cx="411480" cy="411480"/>
          </a:xfrm>
          <a:prstGeom prst="ellipse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813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🐙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383133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github.com/Shahid-fx-Trader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480560"/>
            <a:ext cx="859536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 System  •  Python OOP Project  •  By Shahid Khan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Management System</dc:title>
  <dc:subject>PptxGenJS Presentation</dc:subject>
  <dc:creator>PptxGenJS</dc:creator>
  <cp:lastModifiedBy>PptxGenJS</cp:lastModifiedBy>
  <cp:revision>1</cp:revision>
  <dcterms:created xsi:type="dcterms:W3CDTF">2026-04-02T15:04:28Z</dcterms:created>
  <dcterms:modified xsi:type="dcterms:W3CDTF">2026-04-02T15:04:28Z</dcterms:modified>
</cp:coreProperties>
</file>